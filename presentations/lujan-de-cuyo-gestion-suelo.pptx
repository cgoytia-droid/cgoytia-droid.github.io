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resultado en una imagen: Ciudad y La Puntilla, ya consolidadas, puntúan alto; los distritos del oeste y el periurbano (Industrial, Vertientes, Cacheuta) puntúan bajo y son, por diseño, los primeros destinatarios de la inversión. Puntaje sobre 11 puntos.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6309360"/>
            <a:ext cx="11899087" cy="5486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6309360"/>
            <a:ext cx="5973775" cy="5486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CIPUV–UTDT · LINCOLN INSTITUTE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D0DA"/>
                </a:solidFill>
                <a:latin typeface="Calibri"/>
              </a:rPr>
              <a:t>LUJÁN DE CUYO · MENDOZA, ARGENTINA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D4C088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D8DDE4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29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Caso: Mendoza, Argentina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502920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502920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Enfoque: Land Value Capture +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5029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02920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Clase · 30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D4C088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MAPA DE PRIORIDADES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Dónde va primero la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889519"/>
            <a:ext cx="758952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43032" y="187451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177555"/>
            <a:ext cx="6505302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58814" y="216255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2465591"/>
            <a:ext cx="4878977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2489" y="245059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2753627"/>
            <a:ext cx="4878977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2489" y="273862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041663"/>
            <a:ext cx="4336868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0380" y="302666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3329699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0360" y="3617735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360" y="3905771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60" y="4193807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6163" y="417880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4481843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6163" y="446684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80360" y="4769879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06163" y="475487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360" y="5057915"/>
            <a:ext cx="271054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4054" y="504291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80360" y="5345951"/>
            <a:ext cx="216843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1946" y="533095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360" y="5633987"/>
            <a:ext cx="162632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9837" y="561898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360" y="5922023"/>
            <a:ext cx="1084217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37729" y="590702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98480" y="1874519"/>
            <a:ext cx="1280160" cy="457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652760" y="1965960"/>
            <a:ext cx="1325880" cy="196596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148840"/>
            <a:ext cx="1097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4E5869"/>
                </a:solidFill>
                <a:latin typeface="Calibri"/>
              </a:rPr>
              <a:t>Puntaje /11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≥4  bien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2,5–3,9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&lt;2,5  déficit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4297680"/>
            <a:ext cx="3108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Primer movimiento: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microplazas (ARS 1.200 M)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D4C088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