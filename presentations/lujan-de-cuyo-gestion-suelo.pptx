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que define todo: apenas ~200 mm de lluvia al año; el resto llega del deshielo andino. Sobre ese presupuesto de agua, la ciudad crece —cuánto y dónde, en la lámina siguiente. Cada hectárea urbanizada suma demanda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orden y colores que la Tabla Síntesis: Ciudad (7) y La Puntilla (6) lideran (verde); el tramo intermedio 3–4,5 en amarillo; el déficit ≤2,5 (El Carrizal, Cacheuta, Vertientes, Industrial) en rojo. Menor puntaje = mayor prioridad de inversión.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se recauda, el potencial anual del paquete y el acumulado realista a diez años (~USD 30 M, a ~3 M/año, de forma conservadora y antes de apalancar con el bono verde). El fideicomiso convierte ese flujo en repago y contrapartida.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UNIVERSIDAD TORCUATO DI TELLA</a:t>
            </a:r>
            <a:r>
              <a:rPr sz="1500" b="1" i="0">
                <a:solidFill>
                  <a:srgbClr val="6B6B6B"/>
                </a:solidFill>
                <a:latin typeface="Calibri"/>
              </a:rPr>
              <a:t>   ·   ESCUELA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E8C1E"/>
                </a:solidFill>
                <a:latin typeface="Calibri"/>
              </a:rPr>
              <a:t>CIPUV</a:t>
            </a:r>
            <a:r>
              <a:rPr sz="1300" b="0" i="0">
                <a:solidFill>
                  <a:srgbClr val="6B6B6B"/>
                </a:solidFill>
                <a:latin typeface="Calibri"/>
              </a:rPr>
              <a:t>  —  Centro de Investigación de Políticas Urbanas y de Vivienda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572768"/>
            <a:ext cx="219456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1A1A1A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5E8C1E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B6B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663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66360"/>
            <a:ext cx="2971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 · Luján de Cuyo, Mendoza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16636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Land Value Capture + clima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51663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1663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Clase · 30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44768"/>
            <a:ext cx="1046988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A9A"/>
                </a:solidFill>
                <a:latin typeface="Calibri"/>
              </a:rPr>
              <a:t>Cátedra de Economía Urbana · MEU   ·   en colaboración con el Lincoln Institute of Land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~169.000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(censo 2022)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Todo el sistema productivo y urbano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2F8F9D"/>
                </a:solidFill>
                <a:latin typeface="Calibri"/>
              </a:rPr>
              <a:t>~200 mm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lluvia al año — el presupuesto de agua de la ciudad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8CC63F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CC63F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Puntaje de infraestructura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19179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8186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80237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0237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412786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4254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2289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2289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2289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257991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630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2063931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0323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1547948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4340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103196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8357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Resultado: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la obra se dirige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, no a los que ya puntúan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por año, con 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~USD 30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recaudación acumulada a 10 años (~3 M/año)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M por año con el paquete; en una década, más de USD 30 M de recurso propio —antes de apalancar.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8CC63F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